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0" r:id="rId4"/>
    <p:sldId id="258" r:id="rId5"/>
    <p:sldId id="259" r:id="rId6"/>
    <p:sldId id="257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FF868-6094-D9B0-EB56-A88038F856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FEAE78-FB31-BE3B-1A01-CC290D1BA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6D4CC-D79B-EFFA-1BBD-20C3F85E0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AC0E2-74FE-496F-BDF7-5CA78924A4BE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827E2-7DAB-65A5-9898-0F93822AE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E2260-E2CF-80D6-39E3-A51AE108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6B8F3-C05F-4EB5-90E6-5CBA7F3A3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722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154A6-D026-DA30-D791-6A23822E6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70DE6-BB8C-0BCD-4F38-C6AF7FB23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871FF-07BC-707D-BAD8-553C5A95B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AC0E2-74FE-496F-BDF7-5CA78924A4BE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E979C-4553-F665-FCB9-5C048C057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EDC98-643A-E750-F26D-ADA3352EE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6B8F3-C05F-4EB5-90E6-5CBA7F3A3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190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2D375-7639-8B99-3581-788857353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30F06-E994-9B00-4038-1FF55C129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83F2E-C50B-4910-96B0-AF02914C7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AC0E2-74FE-496F-BDF7-5CA78924A4BE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FD8B2-8AA3-337E-62F5-22512ED65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BE52B-BEC5-8D0D-7C58-24416639C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6B8F3-C05F-4EB5-90E6-5CBA7F3A3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897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C54FB-12F4-CD27-62BA-C1CD39584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DF114-058D-9629-6184-2661362AB4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F0787-DE41-47D3-5489-63F699731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910C9-A5E0-B716-84E8-57317BB20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AC0E2-74FE-496F-BDF7-5CA78924A4BE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52B55-AC5F-2528-93D1-AA497E50E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C65A12-7285-EDD1-7660-8C34147F8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6B8F3-C05F-4EB5-90E6-5CBA7F3A3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06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41C65-412F-5A00-5AF9-793BF0202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3A2E2-123D-A1A4-F9E2-F52DD5CB3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77577-349C-1BDF-8CE0-9C73E8793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EA880B-F171-49AE-3BF2-CA185ECE25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CDBD68-1232-FD19-3176-69B34F21CA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9B916-465E-D3FA-5049-121FEF55D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AC0E2-74FE-496F-BDF7-5CA78924A4BE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4183DF-DF3B-0DAD-BC2C-CA391BDCA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6D1325-1016-A329-F143-7BD2628DE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6B8F3-C05F-4EB5-90E6-5CBA7F3A3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279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9BF62-2083-1200-9764-2F7603E04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09692F-5796-A983-6E6C-CEA6680BC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AC0E2-74FE-496F-BDF7-5CA78924A4BE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D842C6-C1EF-2F26-3EDB-47F140A18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2AFC2-8E96-FF1F-8F9B-C8BD67058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6B8F3-C05F-4EB5-90E6-5CBA7F3A3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202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224743-2F78-FADD-A511-6818E6371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AC0E2-74FE-496F-BDF7-5CA78924A4BE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B8144A-85A9-17DB-79FB-E10CD31B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EB338-FE81-14C5-B4C2-B0F1C5AE6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6B8F3-C05F-4EB5-90E6-5CBA7F3A3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226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192E2-BE47-99B4-4BA8-877322784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6C6A-7105-745C-B0CA-C2094A5EA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831C7-C391-4758-B75E-825C4685F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6F932-0FFA-8F9F-5C3D-78EA4B47D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AC0E2-74FE-496F-BDF7-5CA78924A4BE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8DD49-F7AB-63E7-A408-86AC2D217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BF8D7-4911-F7F8-617F-535B261F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6B8F3-C05F-4EB5-90E6-5CBA7F3A3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870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7E21D-14F6-40A8-9A40-2BDFB0658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605895-4D47-D07A-E2D2-1D18DDC7D6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866A1-4E14-FDE3-648F-CD7772534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0D93F-17F7-B9E7-730C-A9526FCA0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AC0E2-74FE-496F-BDF7-5CA78924A4BE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1DF06C-A733-4569-69C7-C7B0CF9AB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513C5-C374-4BB3-B59A-30F433627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6B8F3-C05F-4EB5-90E6-5CBA7F3A3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262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69F68-9CE3-6632-7D97-30A795B64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CEE53D-AC70-D692-FB77-C2A2DE18E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450F2-D8FB-F28C-B26C-18A1F244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AC0E2-74FE-496F-BDF7-5CA78924A4BE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75739-C596-ADFA-AE7B-14D3FB93F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2A19C-16CD-3DF0-234D-1BB112776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6B8F3-C05F-4EB5-90E6-5CBA7F3A3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425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6A392B-FCDA-DD5A-AB43-158E792586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B24D9-6774-E60E-78C3-819914589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02B06-0D92-98D8-10D5-4069CB1A1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AC0E2-74FE-496F-BDF7-5CA78924A4BE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A3B1D-14DE-C4AB-D555-60D333E6B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1DAEF-83DF-EAC4-74CC-4F93007C5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6B8F3-C05F-4EB5-90E6-5CBA7F3A3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455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F2A522-11BC-FB9B-7714-9E8F699D9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F2E75-00EE-C1E1-33A8-F04D7B10B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9D3AC-15BF-423C-26C1-F8824734B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AC0E2-74FE-496F-BDF7-5CA78924A4BE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0A6F4-DE42-49CB-8B35-860615963B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9FB60-8276-004B-40D2-0DF7E180CD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26B8F3-C05F-4EB5-90E6-5CBA7F3A3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561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A9820-4A05-2909-EE0E-08A9547CAA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Directional Sound Detection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A8D6DC-BE06-6186-E06C-0077D25F15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950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5F39A-753F-DA69-7FB7-66C1F1F1C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EA50F-FE1A-86F1-9B27-18E7AB37E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Key Objectives: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Detect Sound Direction: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multiple microphones arranged in a specific geometry to capture incoming sound waves.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Measure differences in arrival time between microphones.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Process Signals Using Analog Circuits: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b="1" dirty="0"/>
              <a:t>amplifiers</a:t>
            </a:r>
            <a:r>
              <a:rPr lang="en-US" dirty="0"/>
              <a:t> to boost microphone signals.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Implement </a:t>
            </a:r>
            <a:r>
              <a:rPr lang="en-US" b="1" dirty="0"/>
              <a:t>band-pass filters</a:t>
            </a:r>
            <a:r>
              <a:rPr lang="en-US" dirty="0"/>
              <a:t> to isolate relevant sound frequencies.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Design </a:t>
            </a:r>
            <a:r>
              <a:rPr lang="en-US" b="1" dirty="0"/>
              <a:t>comparator circuits </a:t>
            </a:r>
            <a:r>
              <a:rPr lang="en-US" dirty="0"/>
              <a:t>to analyze phase shifts or intensity variations.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Indicate Direction: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b="1" dirty="0"/>
              <a:t>voltage-controlled indicators ( LED )</a:t>
            </a:r>
            <a:r>
              <a:rPr lang="en-US" dirty="0"/>
              <a:t>to show the direction of the sound source.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0845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EAEAB-8576-AEFC-C1F8-3FAAC653E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 and LED Placement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081D46-88BE-2D5C-5C97-AB658FDC5C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929" y="1825624"/>
            <a:ext cx="8298425" cy="4437523"/>
          </a:xfrm>
        </p:spPr>
      </p:pic>
    </p:spTree>
    <p:extLst>
      <p:ext uri="{BB962C8B-B14F-4D97-AF65-F5344CB8AC3E}">
        <p14:creationId xmlns:p14="http://schemas.microsoft.com/office/powerpoint/2010/main" val="1897050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7E144-2D1E-0474-C368-84A6E6ABD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 for Selection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598DF5-A555-9874-1E6B-C3345091B5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9811207"/>
              </p:ext>
            </p:extLst>
          </p:nvPr>
        </p:nvGraphicFramePr>
        <p:xfrm>
          <a:off x="1020322" y="1799303"/>
          <a:ext cx="4291330" cy="1425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5665">
                  <a:extLst>
                    <a:ext uri="{9D8B030D-6E8A-4147-A177-3AD203B41FA5}">
                      <a16:colId xmlns:a16="http://schemas.microsoft.com/office/drawing/2014/main" val="1825020206"/>
                    </a:ext>
                  </a:extLst>
                </a:gridCol>
                <a:gridCol w="2145665">
                  <a:extLst>
                    <a:ext uri="{9D8B030D-6E8A-4147-A177-3AD203B41FA5}">
                      <a16:colId xmlns:a16="http://schemas.microsoft.com/office/drawing/2014/main" val="1190492356"/>
                    </a:ext>
                  </a:extLst>
                </a:gridCol>
              </a:tblGrid>
              <a:tr h="35642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SR 1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990682"/>
                  </a:ext>
                </a:extLst>
              </a:tr>
              <a:tr h="35642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M1&lt;M3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03788"/>
                  </a:ext>
                </a:extLst>
              </a:tr>
              <a:tr h="3564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0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3,4,5,6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1247230"/>
                  </a:ext>
                </a:extLst>
              </a:tr>
              <a:tr h="3564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1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1,2,7,8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674029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33AE8E-A5BC-5304-756C-4BDA50392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478156"/>
              </p:ext>
            </p:extLst>
          </p:nvPr>
        </p:nvGraphicFramePr>
        <p:xfrm>
          <a:off x="6096000" y="1789471"/>
          <a:ext cx="4513006" cy="1425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6503">
                  <a:extLst>
                    <a:ext uri="{9D8B030D-6E8A-4147-A177-3AD203B41FA5}">
                      <a16:colId xmlns:a16="http://schemas.microsoft.com/office/drawing/2014/main" val="2477708503"/>
                    </a:ext>
                  </a:extLst>
                </a:gridCol>
                <a:gridCol w="2256503">
                  <a:extLst>
                    <a:ext uri="{9D8B030D-6E8A-4147-A177-3AD203B41FA5}">
                      <a16:colId xmlns:a16="http://schemas.microsoft.com/office/drawing/2014/main" val="3073804179"/>
                    </a:ext>
                  </a:extLst>
                </a:gridCol>
              </a:tblGrid>
              <a:tr h="35642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SR 2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2273145"/>
                  </a:ext>
                </a:extLst>
              </a:tr>
              <a:tr h="35642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M2&lt;M4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402590"/>
                  </a:ext>
                </a:extLst>
              </a:tr>
              <a:tr h="3564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0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5,6,7,8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6557649"/>
                  </a:ext>
                </a:extLst>
              </a:tr>
              <a:tr h="3564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1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1,2,3,4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366548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E3401E6-BF71-894B-54C7-E1171A9315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968206"/>
              </p:ext>
            </p:extLst>
          </p:nvPr>
        </p:nvGraphicFramePr>
        <p:xfrm>
          <a:off x="1020322" y="3809510"/>
          <a:ext cx="9588684" cy="19816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96228">
                  <a:extLst>
                    <a:ext uri="{9D8B030D-6E8A-4147-A177-3AD203B41FA5}">
                      <a16:colId xmlns:a16="http://schemas.microsoft.com/office/drawing/2014/main" val="2978113316"/>
                    </a:ext>
                  </a:extLst>
                </a:gridCol>
                <a:gridCol w="3196228">
                  <a:extLst>
                    <a:ext uri="{9D8B030D-6E8A-4147-A177-3AD203B41FA5}">
                      <a16:colId xmlns:a16="http://schemas.microsoft.com/office/drawing/2014/main" val="2409772486"/>
                    </a:ext>
                  </a:extLst>
                </a:gridCol>
                <a:gridCol w="3196228">
                  <a:extLst>
                    <a:ext uri="{9D8B030D-6E8A-4147-A177-3AD203B41FA5}">
                      <a16:colId xmlns:a16="http://schemas.microsoft.com/office/drawing/2014/main" val="1412886402"/>
                    </a:ext>
                  </a:extLst>
                </a:gridCol>
              </a:tblGrid>
              <a:tr h="330282"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Combinational Circuit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82678"/>
                  </a:ext>
                </a:extLst>
              </a:tr>
              <a:tr h="3302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M1&lt;M3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M2&lt;M4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Output Led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6331202"/>
                  </a:ext>
                </a:extLst>
              </a:tr>
              <a:tr h="3302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0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0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5,6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4703392"/>
                  </a:ext>
                </a:extLst>
              </a:tr>
              <a:tr h="3302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0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1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3,4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803919"/>
                  </a:ext>
                </a:extLst>
              </a:tr>
              <a:tr h="3302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1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0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7,8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4460383"/>
                  </a:ext>
                </a:extLst>
              </a:tr>
              <a:tr h="3302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1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1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1,2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3693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4810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F6983-1877-970E-AB3C-4C9F16401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 for Selection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AA4D1EC-BEA9-511A-F947-3B3186D45D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8376957"/>
              </p:ext>
            </p:extLst>
          </p:nvPr>
        </p:nvGraphicFramePr>
        <p:xfrm>
          <a:off x="973394" y="1690687"/>
          <a:ext cx="4672556" cy="16051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36278">
                  <a:extLst>
                    <a:ext uri="{9D8B030D-6E8A-4147-A177-3AD203B41FA5}">
                      <a16:colId xmlns:a16="http://schemas.microsoft.com/office/drawing/2014/main" val="756005065"/>
                    </a:ext>
                  </a:extLst>
                </a:gridCol>
                <a:gridCol w="2336278">
                  <a:extLst>
                    <a:ext uri="{9D8B030D-6E8A-4147-A177-3AD203B41FA5}">
                      <a16:colId xmlns:a16="http://schemas.microsoft.com/office/drawing/2014/main" val="3872634037"/>
                    </a:ext>
                  </a:extLst>
                </a:gridCol>
              </a:tblGrid>
              <a:tr h="401293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SR 3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281523"/>
                  </a:ext>
                </a:extLst>
              </a:tr>
              <a:tr h="401293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M3&lt;M4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688359"/>
                  </a:ext>
                </a:extLst>
              </a:tr>
              <a:tr h="4012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0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6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5870197"/>
                  </a:ext>
                </a:extLst>
              </a:tr>
              <a:tr h="4012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1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5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220562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DD73D9-BEED-3154-8127-4E47996F4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926109"/>
              </p:ext>
            </p:extLst>
          </p:nvPr>
        </p:nvGraphicFramePr>
        <p:xfrm>
          <a:off x="6354210" y="1690686"/>
          <a:ext cx="4864396" cy="16051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2198">
                  <a:extLst>
                    <a:ext uri="{9D8B030D-6E8A-4147-A177-3AD203B41FA5}">
                      <a16:colId xmlns:a16="http://schemas.microsoft.com/office/drawing/2014/main" val="1377526587"/>
                    </a:ext>
                  </a:extLst>
                </a:gridCol>
                <a:gridCol w="2432198">
                  <a:extLst>
                    <a:ext uri="{9D8B030D-6E8A-4147-A177-3AD203B41FA5}">
                      <a16:colId xmlns:a16="http://schemas.microsoft.com/office/drawing/2014/main" val="526096398"/>
                    </a:ext>
                  </a:extLst>
                </a:gridCol>
              </a:tblGrid>
              <a:tr h="401293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SR 4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8994908"/>
                  </a:ext>
                </a:extLst>
              </a:tr>
              <a:tr h="401293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M2&lt;M3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859439"/>
                  </a:ext>
                </a:extLst>
              </a:tr>
              <a:tr h="4012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0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4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9326776"/>
                  </a:ext>
                </a:extLst>
              </a:tr>
              <a:tr h="4012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1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3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378595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0304CF8-2732-712B-C08F-C32FF1A1D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179336"/>
              </p:ext>
            </p:extLst>
          </p:nvPr>
        </p:nvGraphicFramePr>
        <p:xfrm>
          <a:off x="973394" y="4190162"/>
          <a:ext cx="4672556" cy="15072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36278">
                  <a:extLst>
                    <a:ext uri="{9D8B030D-6E8A-4147-A177-3AD203B41FA5}">
                      <a16:colId xmlns:a16="http://schemas.microsoft.com/office/drawing/2014/main" val="1643906574"/>
                    </a:ext>
                  </a:extLst>
                </a:gridCol>
                <a:gridCol w="2336278">
                  <a:extLst>
                    <a:ext uri="{9D8B030D-6E8A-4147-A177-3AD203B41FA5}">
                      <a16:colId xmlns:a16="http://schemas.microsoft.com/office/drawing/2014/main" val="2359796318"/>
                    </a:ext>
                  </a:extLst>
                </a:gridCol>
              </a:tblGrid>
              <a:tr h="376813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SR 5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677916"/>
                  </a:ext>
                </a:extLst>
              </a:tr>
              <a:tr h="376813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M4&lt;M1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31321"/>
                  </a:ext>
                </a:extLst>
              </a:tr>
              <a:tr h="37681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0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8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4746854"/>
                  </a:ext>
                </a:extLst>
              </a:tr>
              <a:tr h="37681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1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7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1665020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4CE4785F-F183-D5C5-0F76-75880B74D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9700" y="36591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304F05E-258E-A5E9-68E5-1EC3B6461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102465"/>
              </p:ext>
            </p:extLst>
          </p:nvPr>
        </p:nvGraphicFramePr>
        <p:xfrm>
          <a:off x="6354844" y="4116386"/>
          <a:ext cx="4863762" cy="15810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1881">
                  <a:extLst>
                    <a:ext uri="{9D8B030D-6E8A-4147-A177-3AD203B41FA5}">
                      <a16:colId xmlns:a16="http://schemas.microsoft.com/office/drawing/2014/main" val="2437842669"/>
                    </a:ext>
                  </a:extLst>
                </a:gridCol>
                <a:gridCol w="2431881">
                  <a:extLst>
                    <a:ext uri="{9D8B030D-6E8A-4147-A177-3AD203B41FA5}">
                      <a16:colId xmlns:a16="http://schemas.microsoft.com/office/drawing/2014/main" val="1382813834"/>
                    </a:ext>
                  </a:extLst>
                </a:gridCol>
              </a:tblGrid>
              <a:tr h="395257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SR 6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237732"/>
                  </a:ext>
                </a:extLst>
              </a:tr>
              <a:tr h="395257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M1&lt;M2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605074"/>
                  </a:ext>
                </a:extLst>
              </a:tr>
              <a:tr h="39525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0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2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118287"/>
                  </a:ext>
                </a:extLst>
              </a:tr>
              <a:tr h="39525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1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1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0785120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B02CD951-5FF5-1A63-C32D-20709B669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4210" y="457935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34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43595-86B6-A1CE-592A-3C2F7284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A17B0E-6224-1526-EBC0-6BDCAB325D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05933"/>
              </p:ext>
            </p:extLst>
          </p:nvPr>
        </p:nvGraphicFramePr>
        <p:xfrm>
          <a:off x="1101213" y="1690688"/>
          <a:ext cx="9517626" cy="3736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79172">
                  <a:extLst>
                    <a:ext uri="{9D8B030D-6E8A-4147-A177-3AD203B41FA5}">
                      <a16:colId xmlns:a16="http://schemas.microsoft.com/office/drawing/2014/main" val="3543366509"/>
                    </a:ext>
                  </a:extLst>
                </a:gridCol>
                <a:gridCol w="2379172">
                  <a:extLst>
                    <a:ext uri="{9D8B030D-6E8A-4147-A177-3AD203B41FA5}">
                      <a16:colId xmlns:a16="http://schemas.microsoft.com/office/drawing/2014/main" val="1131523672"/>
                    </a:ext>
                  </a:extLst>
                </a:gridCol>
                <a:gridCol w="2379172">
                  <a:extLst>
                    <a:ext uri="{9D8B030D-6E8A-4147-A177-3AD203B41FA5}">
                      <a16:colId xmlns:a16="http://schemas.microsoft.com/office/drawing/2014/main" val="1960766591"/>
                    </a:ext>
                  </a:extLst>
                </a:gridCol>
                <a:gridCol w="2380110">
                  <a:extLst>
                    <a:ext uri="{9D8B030D-6E8A-4147-A177-3AD203B41FA5}">
                      <a16:colId xmlns:a16="http://schemas.microsoft.com/office/drawing/2014/main" val="4126193118"/>
                    </a:ext>
                  </a:extLst>
                </a:gridCol>
              </a:tblGrid>
              <a:tr h="373672"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INPUT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OUTPUT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6147243"/>
                  </a:ext>
                </a:extLst>
              </a:tr>
              <a:tr h="37367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C1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C2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M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LED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5118096"/>
                  </a:ext>
                </a:extLst>
              </a:tr>
              <a:tr h="37367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0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0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6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7879163"/>
                  </a:ext>
                </a:extLst>
              </a:tr>
              <a:tr h="37367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0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0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5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4696072"/>
                  </a:ext>
                </a:extLst>
              </a:tr>
              <a:tr h="37367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0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0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4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3250585"/>
                  </a:ext>
                </a:extLst>
              </a:tr>
              <a:tr h="37367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1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1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3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6093913"/>
                  </a:ext>
                </a:extLst>
              </a:tr>
              <a:tr h="37367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0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0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8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6900742"/>
                  </a:ext>
                </a:extLst>
              </a:tr>
              <a:tr h="37367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0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1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7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0561726"/>
                  </a:ext>
                </a:extLst>
              </a:tr>
              <a:tr h="37367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0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2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7015441"/>
                  </a:ext>
                </a:extLst>
              </a:tr>
              <a:tr h="37367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1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946262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C7AC14E-8DE2-0940-DB0F-D690EBC0B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386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9EC32-0F00-D5B6-BD34-076810F62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1 - Input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F78FEF-78CE-4DD3-59B2-1D4F39C631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36" y="1690687"/>
            <a:ext cx="10154264" cy="4277493"/>
          </a:xfrm>
        </p:spPr>
      </p:pic>
    </p:spTree>
    <p:extLst>
      <p:ext uri="{BB962C8B-B14F-4D97-AF65-F5344CB8AC3E}">
        <p14:creationId xmlns:p14="http://schemas.microsoft.com/office/powerpoint/2010/main" val="3686074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9EB79-7544-C585-4F5C-4415515A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2 – Clock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8446DC-97D2-0CCF-3216-E8C1224F66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498" y="1789471"/>
            <a:ext cx="5702708" cy="4247535"/>
          </a:xfrm>
        </p:spPr>
      </p:pic>
    </p:spTree>
    <p:extLst>
      <p:ext uri="{BB962C8B-B14F-4D97-AF65-F5344CB8AC3E}">
        <p14:creationId xmlns:p14="http://schemas.microsoft.com/office/powerpoint/2010/main" val="1673310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D5747-DCF8-C0A3-D9E4-F14AF7B91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3 – Flip Flop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83F7AE-0C67-BF04-2F7D-F0F03AD3E9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96" y="1825625"/>
            <a:ext cx="10268008" cy="4351338"/>
          </a:xfrm>
        </p:spPr>
      </p:pic>
    </p:spTree>
    <p:extLst>
      <p:ext uri="{BB962C8B-B14F-4D97-AF65-F5344CB8AC3E}">
        <p14:creationId xmlns:p14="http://schemas.microsoft.com/office/powerpoint/2010/main" val="2674007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84D96-3D2D-F497-9B4B-1066AD3EB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4 - Output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787850E-BE66-876D-2F54-C1EAD00B27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3600" y="1690688"/>
            <a:ext cx="8101781" cy="4486275"/>
          </a:xfrm>
        </p:spPr>
      </p:pic>
    </p:spTree>
    <p:extLst>
      <p:ext uri="{BB962C8B-B14F-4D97-AF65-F5344CB8AC3E}">
        <p14:creationId xmlns:p14="http://schemas.microsoft.com/office/powerpoint/2010/main" val="2284107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228</Words>
  <Application>Microsoft Office PowerPoint</Application>
  <PresentationFormat>Widescreen</PresentationFormat>
  <Paragraphs>109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Algerian</vt:lpstr>
      <vt:lpstr>Arial</vt:lpstr>
      <vt:lpstr>Calibri</vt:lpstr>
      <vt:lpstr>Calibri Light</vt:lpstr>
      <vt:lpstr>Office Theme</vt:lpstr>
      <vt:lpstr>Directional Sound Detection</vt:lpstr>
      <vt:lpstr>PowerPoint Presentation</vt:lpstr>
      <vt:lpstr>Mic and LED Placement </vt:lpstr>
      <vt:lpstr>Truth Tables for Selection</vt:lpstr>
      <vt:lpstr>Truth Tables for Selection</vt:lpstr>
      <vt:lpstr>Truth Table</vt:lpstr>
      <vt:lpstr>Module 1 - Input</vt:lpstr>
      <vt:lpstr>Module 2 – Clock</vt:lpstr>
      <vt:lpstr>Module 3 – Flip Flop</vt:lpstr>
      <vt:lpstr>Module 4 -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Hell Boy</dc:creator>
  <cp:lastModifiedBy>Adaikkappan S - [CB.EN.U4ECE22106]</cp:lastModifiedBy>
  <cp:revision>2</cp:revision>
  <dcterms:created xsi:type="dcterms:W3CDTF">2025-01-22T08:49:38Z</dcterms:created>
  <dcterms:modified xsi:type="dcterms:W3CDTF">2025-01-29T08:29:24Z</dcterms:modified>
</cp:coreProperties>
</file>